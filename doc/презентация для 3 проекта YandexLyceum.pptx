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C5A12AAF-AA47-41EF-A52F-3C288D49B8BD}">
          <p14:sldIdLst>
            <p14:sldId id="256"/>
            <p14:sldId id="257"/>
            <p14:sldId id="259"/>
            <p14:sldId id="261"/>
            <p14:sldId id="262"/>
            <p14:sldId id="263"/>
            <p14:sldId id="264"/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6EE2-63C5-40E8-A392-4848E8A22ED8}" type="datetimeFigureOut">
              <a:rPr lang="ru-RU" smtClean="0"/>
              <a:pPr/>
              <a:t>27.04.2025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9D85-DDD9-4EE7-B6E5-04C917D722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327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6EE2-63C5-40E8-A392-4848E8A22ED8}" type="datetimeFigureOut">
              <a:rPr lang="ru-RU" smtClean="0"/>
              <a:pPr/>
              <a:t>27.04.2025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9D85-DDD9-4EE7-B6E5-04C917D722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184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6EE2-63C5-40E8-A392-4848E8A22ED8}" type="datetimeFigureOut">
              <a:rPr lang="ru-RU" smtClean="0"/>
              <a:pPr/>
              <a:t>27.04.2025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9D85-DDD9-4EE7-B6E5-04C917D722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4270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6EE2-63C5-40E8-A392-4848E8A22ED8}" type="datetimeFigureOut">
              <a:rPr lang="ru-RU" smtClean="0"/>
              <a:pPr/>
              <a:t>27.04.2025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9D85-DDD9-4EE7-B6E5-04C917D722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578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6EE2-63C5-40E8-A392-4848E8A22ED8}" type="datetimeFigureOut">
              <a:rPr lang="ru-RU" smtClean="0"/>
              <a:pPr/>
              <a:t>27.04.2025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9D85-DDD9-4EE7-B6E5-04C917D722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42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6EE2-63C5-40E8-A392-4848E8A22ED8}" type="datetimeFigureOut">
              <a:rPr lang="ru-RU" smtClean="0"/>
              <a:pPr/>
              <a:t>27.04.2025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9D85-DDD9-4EE7-B6E5-04C917D722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654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6EE2-63C5-40E8-A392-4848E8A22ED8}" type="datetimeFigureOut">
              <a:rPr lang="ru-RU" smtClean="0"/>
              <a:pPr/>
              <a:t>27.04.2025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9D85-DDD9-4EE7-B6E5-04C917D722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367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6EE2-63C5-40E8-A392-4848E8A22ED8}" type="datetimeFigureOut">
              <a:rPr lang="ru-RU" smtClean="0"/>
              <a:pPr/>
              <a:t>27.04.2025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9D85-DDD9-4EE7-B6E5-04C917D722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795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6EE2-63C5-40E8-A392-4848E8A22ED8}" type="datetimeFigureOut">
              <a:rPr lang="ru-RU" smtClean="0"/>
              <a:pPr/>
              <a:t>27.04.2025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9D85-DDD9-4EE7-B6E5-04C917D722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8910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6EE2-63C5-40E8-A392-4848E8A22ED8}" type="datetimeFigureOut">
              <a:rPr lang="ru-RU" smtClean="0"/>
              <a:pPr/>
              <a:t>27.04.2025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9D85-DDD9-4EE7-B6E5-04C917D722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505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6EE2-63C5-40E8-A392-4848E8A22ED8}" type="datetimeFigureOut">
              <a:rPr lang="ru-RU" smtClean="0"/>
              <a:pPr/>
              <a:t>27.04.2025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9D85-DDD9-4EE7-B6E5-04C917D722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1400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6EE2-63C5-40E8-A392-4848E8A22ED8}" type="datetimeFigureOut">
              <a:rPr lang="ru-RU" smtClean="0"/>
              <a:pPr/>
              <a:t>27.04.2025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9D85-DDD9-4EE7-B6E5-04C917D7224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16755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6EE2-63C5-40E8-A392-4848E8A22ED8}" type="datetimeFigureOut">
              <a:rPr lang="ru-RU" smtClean="0"/>
              <a:pPr/>
              <a:t>27.04.2025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9D85-DDD9-4EE7-B6E5-04C917D722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5594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6EE2-63C5-40E8-A392-4848E8A22ED8}" type="datetimeFigureOut">
              <a:rPr lang="ru-RU" smtClean="0"/>
              <a:pPr/>
              <a:t>27.04.2025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9D85-DDD9-4EE7-B6E5-04C917D722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21897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6EE2-63C5-40E8-A392-4848E8A22ED8}" type="datetimeFigureOut">
              <a:rPr lang="ru-RU" smtClean="0"/>
              <a:pPr/>
              <a:t>27.04.2025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9D85-DDD9-4EE7-B6E5-04C917D722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493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6EE2-63C5-40E8-A392-4848E8A22ED8}" type="datetimeFigureOut">
              <a:rPr lang="ru-RU" smtClean="0"/>
              <a:pPr/>
              <a:t>27.04.2025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9D85-DDD9-4EE7-B6E5-04C917D722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298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6EE2-63C5-40E8-A392-4848E8A22ED8}" type="datetimeFigureOut">
              <a:rPr lang="ru-RU" smtClean="0"/>
              <a:pPr/>
              <a:t>27.04.2025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9D85-DDD9-4EE7-B6E5-04C917D722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6407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6EE2-63C5-40E8-A392-4848E8A22ED8}" type="datetimeFigureOut">
              <a:rPr lang="ru-RU" smtClean="0"/>
              <a:pPr/>
              <a:t>27.04.2025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59D85-DDD9-4EE7-B6E5-04C917D722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80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9C16EE2-63C5-40E8-A392-4848E8A22ED8}" type="datetimeFigureOut">
              <a:rPr lang="ru-RU" smtClean="0"/>
              <a:pPr/>
              <a:t>27.04.2025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3559D85-DDD9-4EE7-B6E5-04C917D722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225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  <p:sldLayoutId id="2147483785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7B3695-57B9-49C9-AA42-EC02D37C2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3182" y="-619140"/>
            <a:ext cx="9392364" cy="3320395"/>
          </a:xfrm>
        </p:spPr>
        <p:txBody>
          <a:bodyPr>
            <a:normAutofit/>
          </a:bodyPr>
          <a:lstStyle/>
          <a:p>
            <a:r>
              <a:rPr lang="ru-RU" sz="54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Сайт на </a:t>
            </a:r>
            <a:r>
              <a:rPr lang="en-US" sz="54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Flask</a:t>
            </a:r>
            <a:br>
              <a:rPr lang="en-US" sz="54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54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</a:t>
            </a:r>
            <a:r>
              <a:rPr lang="en-US" sz="5400" b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Gchat</a:t>
            </a:r>
            <a:r>
              <a:rPr lang="ru-RU" sz="54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A86AC1-8F21-4B2C-9765-8CF1DC8CFB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024" y="5486401"/>
            <a:ext cx="8689976" cy="1371599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Авторы: 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Овсянников Егор Дмитриевич,</a:t>
            </a:r>
          </a:p>
          <a:p>
            <a:pPr algn="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Пивиков Павел Андреевич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647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397DD9-7E6B-421A-AC70-C28BDC5EA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Введение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164AC2-F380-4B82-8146-0FD9B315C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Сайт на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Flask “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Gchat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, где мы реализовали наши задумки с помощью множества методов данной библиотеки. </a:t>
            </a:r>
          </a:p>
          <a:p>
            <a:pPr marL="0" indent="0">
              <a:buNone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Задачи:</a:t>
            </a:r>
          </a:p>
          <a:p>
            <a:pPr marL="514350" lvl="0" indent="-514350" algn="just">
              <a:lnSpc>
                <a:spcPct val="150000"/>
              </a:lnSpc>
              <a:buAutoNum type="arabicPeriod"/>
              <a:tabLst>
                <a:tab pos="2447925" algn="l"/>
              </a:tabLst>
            </a:pPr>
            <a:r>
              <a:rPr lang="ru-RU" sz="2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Разработать интересн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ый сайт.</a:t>
            </a:r>
            <a:endParaRPr lang="ru-RU" sz="2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lvl="0" indent="-514350" algn="just">
              <a:lnSpc>
                <a:spcPct val="150000"/>
              </a:lnSpc>
              <a:buAutoNum type="arabicPeriod"/>
              <a:tabLst>
                <a:tab pos="2447925" algn="l"/>
              </a:tabLst>
            </a:pPr>
            <a:r>
              <a:rPr lang="ru-RU" sz="2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Использовать разные методы библиотеки </a:t>
            </a:r>
            <a:r>
              <a:rPr lang="en-US" sz="2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Flask</a:t>
            </a:r>
            <a:r>
              <a:rPr lang="ru-RU" sz="2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ru-RU" sz="2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2447925" algn="l"/>
              </a:tabLst>
            </a:pPr>
            <a:r>
              <a:rPr lang="en-US" sz="2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</a:t>
            </a:r>
            <a:r>
              <a:rPr lang="ru-RU" sz="2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Закрепить знания.</a:t>
            </a:r>
            <a:endParaRPr lang="ru-RU" sz="2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4883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8B10D2-B54F-4185-A457-CC9848030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A2161C-E534-4A05-BB9C-C54CA4EB2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В нашем сайте есть разные технологии, такие как:</a:t>
            </a:r>
          </a:p>
          <a:p>
            <a:pPr marL="457200" indent="-457200">
              <a:buAutoNum type="arabicPeriod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Регистрация и авторизация, </a:t>
            </a:r>
          </a:p>
          <a:p>
            <a:pPr marL="457200" indent="-457200">
              <a:buAutoNum type="arabicPeriod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Двойная верификация, </a:t>
            </a:r>
          </a:p>
          <a:p>
            <a:pPr marL="457200" indent="-457200">
              <a:buAutoNum type="arabicPeriod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Поиск и Система запоминания друзей, </a:t>
            </a:r>
          </a:p>
          <a:p>
            <a:pPr marL="457200" indent="-457200">
              <a:buAutoNum type="arabicPeriod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Чаты с сохранениями сообщений. </a:t>
            </a:r>
          </a:p>
          <a:p>
            <a:pPr marL="457200" indent="-457200">
              <a:buAutoNum type="arabicPeriod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Редактирование собственного профиля. </a:t>
            </a:r>
          </a:p>
          <a:p>
            <a:pPr marL="457200" indent="-457200">
              <a:buAutoNum type="arabicPeriod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Несколько тем на выбор.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9377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88D536-3FB4-42F9-B31F-F86DBB0CC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Регистрация и авторизация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582D720C-E584-D114-5506-66ABC1078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6627" y="2214694"/>
            <a:ext cx="4362385" cy="4034387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FAC93D1-8CF5-7D9E-DD33-78E072D55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126" y="2214694"/>
            <a:ext cx="4865201" cy="402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664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9AA579-0A3A-43B6-8C91-E159AEF9D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Главная страница с чатами и друзьями</a:t>
            </a:r>
          </a:p>
        </p:txBody>
      </p:sp>
      <p:pic>
        <p:nvPicPr>
          <p:cNvPr id="16" name="Объект 15">
            <a:extLst>
              <a:ext uri="{FF2B5EF4-FFF2-40B4-BE49-F238E27FC236}">
                <a16:creationId xmlns:a16="http://schemas.microsoft.com/office/drawing/2014/main" id="{C4F000E6-0833-0E0C-A2A5-3BCF489DC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0123" y="2214694"/>
            <a:ext cx="8151753" cy="4177141"/>
          </a:xfrm>
        </p:spPr>
      </p:pic>
    </p:spTree>
    <p:extLst>
      <p:ext uri="{BB962C8B-B14F-4D97-AF65-F5344CB8AC3E}">
        <p14:creationId xmlns:p14="http://schemas.microsoft.com/office/powerpoint/2010/main" val="860868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742E6-F721-401D-AFC8-12B8101C4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Личный профиль и информация о собеседнике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A6806A49-9626-2A38-5447-EB31AB60F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05483" y="2214694"/>
            <a:ext cx="2566633" cy="4404029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22935B0-0F86-1592-FF2C-39511BA62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199" y="2214694"/>
            <a:ext cx="2558917" cy="441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545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A2DBAF-AAF3-AC1A-2866-286125789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68893"/>
            <a:ext cx="10364451" cy="1596177"/>
          </a:xfrm>
        </p:spPr>
        <p:txBody>
          <a:bodyPr/>
          <a:lstStyle/>
          <a:p>
            <a:r>
              <a:rPr lang="ru-RU" dirty="0"/>
              <a:t>Несколько тем (темная и светлая)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2DEBADA7-0221-F8CC-2419-B3ED09A0AA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74" y="1716881"/>
            <a:ext cx="6695977" cy="3424237"/>
          </a:xfrm>
        </p:spPr>
      </p:pic>
      <p:pic>
        <p:nvPicPr>
          <p:cNvPr id="10" name="Объект 15">
            <a:extLst>
              <a:ext uri="{FF2B5EF4-FFF2-40B4-BE49-F238E27FC236}">
                <a16:creationId xmlns:a16="http://schemas.microsoft.com/office/drawing/2014/main" id="{EA7A4395-649A-891A-5BB9-9201BC73C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352" y="3157937"/>
            <a:ext cx="6695977" cy="343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064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3C19C-6616-4731-AD10-0997D690D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117A7C-EEDB-42D3-BF4A-47B46466C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1. Создан сайт на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Flask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для закрепления знаний на эту тему.</a:t>
            </a:r>
          </a:p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2. Улучшены навыки работы в команде.</a:t>
            </a:r>
          </a:p>
          <a:p>
            <a:pPr marL="0" indent="0"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Идеи для доработки:</a:t>
            </a:r>
          </a:p>
          <a:p>
            <a:pPr marL="514350" indent="-514350">
              <a:buAutoNum type="arabicParenR"/>
            </a:pPr>
            <a:r>
              <a:rPr lang="ru-RU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ускорить работу сайта</a:t>
            </a:r>
          </a:p>
          <a:p>
            <a:pPr marL="514350" indent="-514350">
              <a:buAutoNum type="arabicParenR"/>
            </a:pPr>
            <a:r>
              <a:rPr lang="ru-RU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добавить больше стилистических приёмов</a:t>
            </a:r>
            <a:endParaRPr lang="en-US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r>
              <a:rPr lang="ru-RU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создание групповых чатов</a:t>
            </a:r>
            <a:endParaRPr lang="en-US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r>
              <a:rPr lang="ru-RU" sz="2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отправка картинок</a:t>
            </a:r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498029"/>
      </p:ext>
    </p:extLst>
  </p:cSld>
  <p:clrMapOvr>
    <a:masterClrMapping/>
  </p:clrMapOvr>
</p:sld>
</file>

<file path=ppt/theme/theme1.xml><?xml version="1.0" encoding="utf-8"?>
<a:theme xmlns:a="http://schemas.openxmlformats.org/drawingml/2006/main" name="Капля">
  <a:themeElements>
    <a:clrScheme name="Капл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Капля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апл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TM04033925[[fn=Капля]]</Template>
  <TotalTime>315</TotalTime>
  <Words>150</Words>
  <Application>Microsoft Office PowerPoint</Application>
  <PresentationFormat>Широкоэкранный</PresentationFormat>
  <Paragraphs>31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Tw Cen MT</vt:lpstr>
      <vt:lpstr>Капля</vt:lpstr>
      <vt:lpstr>Сайт на Flask «Gchat»</vt:lpstr>
      <vt:lpstr>Введение </vt:lpstr>
      <vt:lpstr>Реализация</vt:lpstr>
      <vt:lpstr>Регистрация и авторизация</vt:lpstr>
      <vt:lpstr>Главная страница с чатами и друзьями</vt:lpstr>
      <vt:lpstr>Личный профиль и информация о собеседнике</vt:lpstr>
      <vt:lpstr>Несколько тем (темная и светлая)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Игра на Pygame</dc:title>
  <dc:creator>Konar_</dc:creator>
  <cp:lastModifiedBy>Egos X</cp:lastModifiedBy>
  <cp:revision>23</cp:revision>
  <dcterms:created xsi:type="dcterms:W3CDTF">2025-01-29T17:17:53Z</dcterms:created>
  <dcterms:modified xsi:type="dcterms:W3CDTF">2025-04-27T17:43:08Z</dcterms:modified>
</cp:coreProperties>
</file>